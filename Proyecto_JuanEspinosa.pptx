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</p:sldMasterIdLst>
  <p:notesMasterIdLst>
    <p:notesMasterId r:id="rId12"/>
  </p:notesMasterIdLst>
  <p:sldIdLst>
    <p:sldId id="345" r:id="rId5"/>
    <p:sldId id="347" r:id="rId6"/>
    <p:sldId id="348" r:id="rId7"/>
    <p:sldId id="349" r:id="rId8"/>
    <p:sldId id="350" r:id="rId9"/>
    <p:sldId id="351" r:id="rId10"/>
    <p:sldId id="352" r:id="rId11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FFF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62A9F-9E1C-4078-BC7F-385ECA7E379D}" v="467" dt="2018-09-26T10:22:25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0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0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D8949-74F5-4A85-8224-4AEFDA3DD492}" type="datetimeFigureOut">
              <a:rPr lang="es-ES" smtClean="0"/>
              <a:t>23/03/2021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83C9E-E0D6-4702-90B8-7ED475E799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245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EFDD4B90-83A2-448B-B3BF-D3E3EADE0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69938" indent="-295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84275" indent="-2365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57350" indent="-2365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132013" indent="-236538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A4E5E5-A1F4-492B-96F4-398F55F50DD5}" type="slidenum">
              <a:rPr kumimoji="0" lang="en-GB" alt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es-E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598CE7E-19AC-46AA-8435-E8B5847F6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0F97F2F-F809-48C0-9B0D-0D78930FC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8" descr="Picture 2">
            <a:extLst>
              <a:ext uri="{FF2B5EF4-FFF2-40B4-BE49-F238E27FC236}">
                <a16:creationId xmlns:a16="http://schemas.microsoft.com/office/drawing/2014/main" id="{F2EDC154-2235-4962-8D57-05587AE2F0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831" y="476251"/>
            <a:ext cx="1853712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798277" y="1600200"/>
            <a:ext cx="4659923" cy="1447800"/>
          </a:xfrm>
        </p:spPr>
        <p:txBody>
          <a:bodyPr lIns="91432" tIns="45716" rIns="91432" bIns="45716" anchor="t"/>
          <a:lstStyle>
            <a:lvl1pPr>
              <a:defRPr sz="2585"/>
            </a:lvl1pPr>
          </a:lstStyle>
          <a:p>
            <a:pPr lvl="0"/>
            <a:r>
              <a:rPr lang="en-GB" altLang="es-ES" noProof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798277" y="3124200"/>
            <a:ext cx="4659923" cy="914400"/>
          </a:xfrm>
        </p:spPr>
        <p:txBody>
          <a:bodyPr lIns="91432" tIns="45716" rIns="91432" bIns="45716"/>
          <a:lstStyle>
            <a:lvl1pPr marL="0" indent="0">
              <a:lnSpc>
                <a:spcPct val="100000"/>
              </a:lnSpc>
              <a:buFontTx/>
              <a:buNone/>
              <a:defRPr/>
            </a:lvl1pPr>
          </a:lstStyle>
          <a:p>
            <a:pPr lvl="0"/>
            <a:r>
              <a:rPr lang="en-GB" altLang="es-E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66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C272B7DD-555A-4172-B560-E35B0CDF04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7EE31-4B27-4BEE-8AAD-FFF556132DBC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25895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1CC0FFFC-5256-4BC9-A5E7-C6B7D21B2B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99A45-B44F-47D8-BE1F-AC416925058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00099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17028" y="1981200"/>
            <a:ext cx="3538903" cy="41148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96608" y="1981200"/>
            <a:ext cx="3540369" cy="4114800"/>
          </a:xfr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ED3FD154-8765-451D-A218-E451EE73071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3A2E0-7F38-4BAA-BC18-465D5CEE54A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44605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32A45C37-BA36-4649-8D0D-99A12BB104A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675E0-5D78-4701-991A-EAC731F790D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8357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4A8B6919-3E6A-4B4E-BE76-866E9B741C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683DE-11D9-425D-88A9-9C6C7895D68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99088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">
            <a:extLst>
              <a:ext uri="{FF2B5EF4-FFF2-40B4-BE49-F238E27FC236}">
                <a16:creationId xmlns:a16="http://schemas.microsoft.com/office/drawing/2014/main" id="{D8DBF5F3-734A-4616-B724-188B520C95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446A7-5ABE-429A-9490-8710BB79ED2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00140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68741A21-BE8D-4A6A-9C39-9E6E81A1E7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F698E-8CDD-4A3F-A6BE-12964D7E4733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57430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F2BBE8EE-DE0D-43FC-B1FE-70583D03DF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9185C-2FA2-4948-8434-5C002359F1C2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81726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DF65090E-AACD-4E5A-B526-A0A8CBD670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B472B4-DF18-41F7-9ADA-58B829956D2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56419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33089" y="180976"/>
            <a:ext cx="1803888" cy="59150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417027" y="180976"/>
            <a:ext cx="5275385" cy="59150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4B3318B7-9451-496F-B0D6-1C864BBA84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079A2-04A1-4DBD-9D9D-EE37DC05C8F4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02222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>
            <a:extLst>
              <a:ext uri="{FF2B5EF4-FFF2-40B4-BE49-F238E27FC236}">
                <a16:creationId xmlns:a16="http://schemas.microsoft.com/office/drawing/2014/main" id="{C80BC461-FB09-45E2-9CCE-8D8D11D6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"/>
          <a:stretch>
            <a:fillRect/>
          </a:stretch>
        </p:blipFill>
        <p:spPr bwMode="auto">
          <a:xfrm>
            <a:off x="1406769" y="6300788"/>
            <a:ext cx="7737231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1">
            <a:extLst>
              <a:ext uri="{FF2B5EF4-FFF2-40B4-BE49-F238E27FC236}">
                <a16:creationId xmlns:a16="http://schemas.microsoft.com/office/drawing/2014/main" id="{0B0CABB5-8E66-401F-A122-BD67B61C8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24354" y="180975"/>
            <a:ext cx="721262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Master title style</a:t>
            </a:r>
          </a:p>
        </p:txBody>
      </p:sp>
      <p:sp>
        <p:nvSpPr>
          <p:cNvPr id="1028" name="Rectangle 32">
            <a:extLst>
              <a:ext uri="{FF2B5EF4-FFF2-40B4-BE49-F238E27FC236}">
                <a16:creationId xmlns:a16="http://schemas.microsoft.com/office/drawing/2014/main" id="{B1398AE1-C04D-48C8-B96E-D98C99964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17027" y="1981200"/>
            <a:ext cx="72199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Master text styles</a:t>
            </a:r>
          </a:p>
          <a:p>
            <a:pPr lvl="1"/>
            <a:r>
              <a:rPr lang="en-GB" altLang="es-ES"/>
              <a:t>Second level</a:t>
            </a:r>
          </a:p>
          <a:p>
            <a:pPr lvl="2"/>
            <a:r>
              <a:rPr lang="en-GB" altLang="es-ES"/>
              <a:t>Third level</a:t>
            </a:r>
          </a:p>
          <a:p>
            <a:pPr lvl="3"/>
            <a:r>
              <a:rPr lang="en-GB" altLang="es-ES"/>
              <a:t>Fourth level</a:t>
            </a:r>
          </a:p>
          <a:p>
            <a:pPr lvl="4"/>
            <a:r>
              <a:rPr lang="en-GB" altLang="es-ES"/>
              <a:t>Fifth level</a:t>
            </a:r>
          </a:p>
        </p:txBody>
      </p:sp>
      <p:sp>
        <p:nvSpPr>
          <p:cNvPr id="1059" name="Rectangle 35">
            <a:extLst>
              <a:ext uri="{FF2B5EF4-FFF2-40B4-BE49-F238E27FC236}">
                <a16:creationId xmlns:a16="http://schemas.microsoft.com/office/drawing/2014/main" id="{EDBAFF25-D053-48B3-A739-D353A95DE7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13027" y="6450013"/>
            <a:ext cx="1143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2" tIns="10799" rIns="91432" bIns="10799" numCol="1" anchor="t" anchorCtr="0" compatLnSpc="1">
            <a:prstTxWarp prst="textNoShape">
              <a:avLst/>
            </a:prstTxWarp>
          </a:bodyPr>
          <a:lstStyle>
            <a:lvl1pPr algn="r" defTabSz="842618">
              <a:defRPr sz="1385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D281987-E026-4256-9A58-3F48DF05483D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  <p:pic>
        <p:nvPicPr>
          <p:cNvPr id="1030" name="Picture 42" descr="Picture 2">
            <a:extLst>
              <a:ext uri="{FF2B5EF4-FFF2-40B4-BE49-F238E27FC236}">
                <a16:creationId xmlns:a16="http://schemas.microsoft.com/office/drawing/2014/main" id="{690D9C07-6C67-468D-B3EE-A2119057EB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89" y="6315076"/>
            <a:ext cx="86457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4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+mj-lt"/>
          <a:ea typeface="+mj-ea"/>
          <a:cs typeface="+mj-cs"/>
        </a:defRPr>
      </a:lvl1pPr>
      <a:lvl2pPr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2pPr>
      <a:lvl3pPr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3pPr>
      <a:lvl4pPr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4pPr>
      <a:lvl5pPr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5pPr>
      <a:lvl6pPr marL="422041"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6pPr>
      <a:lvl7pPr marL="844083"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7pPr>
      <a:lvl8pPr marL="1266124"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8pPr>
      <a:lvl9pPr marL="1688165" algn="l" defTabSz="842618" rtl="0" eaLnBrk="0" fontAlgn="base" hangingPunct="0">
        <a:spcBef>
          <a:spcPct val="0"/>
        </a:spcBef>
        <a:spcAft>
          <a:spcPct val="0"/>
        </a:spcAft>
        <a:defRPr sz="2215" b="1">
          <a:solidFill>
            <a:srgbClr val="757561"/>
          </a:solidFill>
          <a:latin typeface="Arial" charset="0"/>
        </a:defRPr>
      </a:lvl9pPr>
    </p:titleStyle>
    <p:bodyStyle>
      <a:lvl1pPr marL="316531" indent="-316531" algn="l" defTabSz="842618" rtl="0" eaLnBrk="0" fontAlgn="base" hangingPunct="0">
        <a:lnSpc>
          <a:spcPct val="115000"/>
        </a:lnSpc>
        <a:spcBef>
          <a:spcPct val="0"/>
        </a:spcBef>
        <a:spcAft>
          <a:spcPct val="15000"/>
        </a:spcAft>
        <a:buChar char="•"/>
        <a:defRPr sz="1846">
          <a:solidFill>
            <a:srgbClr val="757561"/>
          </a:solidFill>
          <a:latin typeface="+mn-lt"/>
          <a:ea typeface="+mn-ea"/>
          <a:cs typeface="+mn-cs"/>
        </a:defRPr>
      </a:lvl1pPr>
      <a:lvl2pPr marL="685817" indent="-263776" algn="l" defTabSz="842618" rtl="0" eaLnBrk="0" fontAlgn="base" hangingPunct="0">
        <a:lnSpc>
          <a:spcPct val="115000"/>
        </a:lnSpc>
        <a:spcBef>
          <a:spcPct val="0"/>
        </a:spcBef>
        <a:spcAft>
          <a:spcPct val="15000"/>
        </a:spcAft>
        <a:buChar char="–"/>
        <a:defRPr sz="1846">
          <a:solidFill>
            <a:srgbClr val="757561"/>
          </a:solidFill>
          <a:latin typeface="+mn-lt"/>
        </a:defRPr>
      </a:lvl2pPr>
      <a:lvl3pPr marL="1055103" indent="-212487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•"/>
        <a:defRPr sz="1846">
          <a:solidFill>
            <a:srgbClr val="757561"/>
          </a:solidFill>
          <a:latin typeface="+mn-lt"/>
        </a:defRPr>
      </a:lvl3pPr>
      <a:lvl4pPr marL="1441975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–"/>
        <a:defRPr sz="1846">
          <a:solidFill>
            <a:srgbClr val="757561"/>
          </a:solidFill>
          <a:latin typeface="+mn-lt"/>
        </a:defRPr>
      </a:lvl4pPr>
      <a:lvl5pPr marL="1828846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»"/>
        <a:defRPr sz="1846">
          <a:solidFill>
            <a:srgbClr val="757561"/>
          </a:solidFill>
          <a:latin typeface="+mn-lt"/>
        </a:defRPr>
      </a:lvl5pPr>
      <a:lvl6pPr marL="2250887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»"/>
        <a:defRPr sz="1846">
          <a:solidFill>
            <a:srgbClr val="757561"/>
          </a:solidFill>
          <a:latin typeface="+mn-lt"/>
        </a:defRPr>
      </a:lvl6pPr>
      <a:lvl7pPr marL="2672928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»"/>
        <a:defRPr sz="1846">
          <a:solidFill>
            <a:srgbClr val="757561"/>
          </a:solidFill>
          <a:latin typeface="+mn-lt"/>
        </a:defRPr>
      </a:lvl7pPr>
      <a:lvl8pPr marL="3094970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»"/>
        <a:defRPr sz="1846">
          <a:solidFill>
            <a:srgbClr val="757561"/>
          </a:solidFill>
          <a:latin typeface="+mn-lt"/>
        </a:defRPr>
      </a:lvl8pPr>
      <a:lvl9pPr marL="3517011" indent="-211021" algn="l" defTabSz="842618" rtl="0" eaLnBrk="0" fontAlgn="base" hangingPunct="0">
        <a:lnSpc>
          <a:spcPct val="115000"/>
        </a:lnSpc>
        <a:spcBef>
          <a:spcPct val="20000"/>
        </a:spcBef>
        <a:spcAft>
          <a:spcPct val="15000"/>
        </a:spcAft>
        <a:buChar char="»"/>
        <a:defRPr sz="1846">
          <a:solidFill>
            <a:srgbClr val="757561"/>
          </a:solidFill>
          <a:latin typeface="+mn-lt"/>
        </a:defRPr>
      </a:lvl9pPr>
    </p:bodyStyle>
    <p:otherStyle>
      <a:defPPr>
        <a:defRPr lang="es-E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">
            <a:extLst>
              <a:ext uri="{FF2B5EF4-FFF2-40B4-BE49-F238E27FC236}">
                <a16:creationId xmlns:a16="http://schemas.microsoft.com/office/drawing/2014/main" id="{4B23138D-C0EA-4EBB-ABB2-A1E6EDD6D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158" y="1767254"/>
            <a:ext cx="7343042" cy="1450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399" tIns="42199" rIns="84399" bIns="42199"/>
          <a:lstStyle>
            <a:lvl1pPr defTabSz="912813">
              <a:lnSpc>
                <a:spcPct val="115000"/>
              </a:lnSpc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lnSpc>
                <a:spcPct val="115000"/>
              </a:lnSpc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2pPr>
            <a:lvl3pPr marL="1143000" indent="-230188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3pPr>
            <a:lvl4pPr marL="15621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4pPr>
            <a:lvl5pPr marL="19812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5pPr>
            <a:lvl6pPr marL="24384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6pPr>
            <a:lvl7pPr marL="28956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7pPr>
            <a:lvl8pPr marL="33528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8pPr>
            <a:lvl9pPr marL="38100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9pPr>
          </a:lstStyle>
          <a:p>
            <a:pPr algn="ctr" defTabSz="842618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altLang="es-ES" sz="2954" b="1" dirty="0"/>
            </a:br>
            <a:endParaRPr lang="en-GB" altLang="es-ES" sz="2954" b="1" dirty="0"/>
          </a:p>
        </p:txBody>
      </p:sp>
      <p:sp>
        <p:nvSpPr>
          <p:cNvPr id="5123" name="Rectangle 17">
            <a:extLst>
              <a:ext uri="{FF2B5EF4-FFF2-40B4-BE49-F238E27FC236}">
                <a16:creationId xmlns:a16="http://schemas.microsoft.com/office/drawing/2014/main" id="{E053C60E-8F28-40C9-A4BD-84E831C96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77" y="3217984"/>
            <a:ext cx="4659923" cy="84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399" tIns="42199" rIns="84399" bIns="42199"/>
          <a:lstStyle>
            <a:lvl1pPr defTabSz="912813">
              <a:lnSpc>
                <a:spcPct val="115000"/>
              </a:lnSpc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lnSpc>
                <a:spcPct val="115000"/>
              </a:lnSpc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2pPr>
            <a:lvl3pPr marL="912813" indent="-230188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3pPr>
            <a:lvl4pPr marL="13335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4pPr>
            <a:lvl5pPr marL="17526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5pPr>
            <a:lvl6pPr marL="22098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6pPr>
            <a:lvl7pPr marL="26670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7pPr>
            <a:lvl8pPr marL="31242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8pPr>
            <a:lvl9pPr marL="35814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9pPr>
          </a:lstStyle>
          <a:p>
            <a:pPr defTabSz="842618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endParaRPr lang="en-GB" altLang="es-ES" sz="1846"/>
          </a:p>
        </p:txBody>
      </p:sp>
      <p:sp>
        <p:nvSpPr>
          <p:cNvPr id="5124" name="Rectangle 19">
            <a:extLst>
              <a:ext uri="{FF2B5EF4-FFF2-40B4-BE49-F238E27FC236}">
                <a16:creationId xmlns:a16="http://schemas.microsoft.com/office/drawing/2014/main" id="{0BF9ECE5-AA71-43E4-8AF8-ECEE592FF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74" y="5355982"/>
            <a:ext cx="7729903" cy="798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399" tIns="42199" rIns="84399" bIns="42199"/>
          <a:lstStyle>
            <a:lvl1pPr defTabSz="912813">
              <a:lnSpc>
                <a:spcPct val="115000"/>
              </a:lnSpc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lnSpc>
                <a:spcPct val="115000"/>
              </a:lnSpc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2pPr>
            <a:lvl3pPr marL="912813" indent="-230188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•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3pPr>
            <a:lvl4pPr marL="13335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–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4pPr>
            <a:lvl5pPr marL="1752600" indent="-228600" defTabSz="912813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5pPr>
            <a:lvl6pPr marL="22098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6pPr>
            <a:lvl7pPr marL="26670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7pPr>
            <a:lvl8pPr marL="31242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8pPr>
            <a:lvl9pPr marL="3581400" indent="-228600" defTabSz="912813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15000"/>
              </a:spcAft>
              <a:buChar char="»"/>
              <a:defRPr sz="2000">
                <a:solidFill>
                  <a:srgbClr val="757561"/>
                </a:solidFill>
                <a:latin typeface="Arial" panose="020B0604020202020204" pitchFamily="34" charset="0"/>
              </a:defRPr>
            </a:lvl9pPr>
          </a:lstStyle>
          <a:p>
            <a:pPr algn="ctr" defTabSz="842618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s-ES" sz="1477" b="1" dirty="0">
                <a:solidFill>
                  <a:srgbClr val="FFFFFF"/>
                </a:solidFill>
              </a:rPr>
              <a:t>Juan Espinosa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40497-EC5A-407D-8C37-9479CE241101}"/>
              </a:ext>
            </a:extLst>
          </p:cNvPr>
          <p:cNvSpPr txBox="1"/>
          <p:nvPr/>
        </p:nvSpPr>
        <p:spPr>
          <a:xfrm>
            <a:off x="2021747" y="2038525"/>
            <a:ext cx="5561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					Proyecto </a:t>
            </a:r>
          </a:p>
          <a:p>
            <a:r>
              <a:rPr lang="es-ES" dirty="0"/>
              <a:t>			Tratamiento de la Información </a:t>
            </a:r>
          </a:p>
          <a:p>
            <a:r>
              <a:rPr lang="es-ES" dirty="0"/>
              <a:t>			en Sistemas Distribuidos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FB129-3AE2-4F77-A0BB-85247460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PROBLEMÁTICA Y SOLUCIONES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12FDD-0A25-4EBE-8410-E1CA743D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467" y="1646250"/>
            <a:ext cx="7029625" cy="4001577"/>
          </a:xfrm>
        </p:spPr>
        <p:txBody>
          <a:bodyPr/>
          <a:lstStyle/>
          <a:p>
            <a:r>
              <a:rPr lang="es-ES" dirty="0"/>
              <a:t>Problemática. Gestión de la información de uno de los clubes más grandes del mundo: el Real Madrid FC.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Soluciones. </a:t>
            </a:r>
          </a:p>
          <a:p>
            <a:pPr marL="0" indent="0">
              <a:buNone/>
            </a:pPr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	Llevando la contabilidad de todo</a:t>
            </a:r>
          </a:p>
          <a:p>
            <a:pPr marL="0" indent="0">
              <a:buNone/>
            </a:pPr>
            <a:r>
              <a:rPr lang="es-ES" dirty="0"/>
              <a:t>	lo que pasa alrededor.</a:t>
            </a:r>
          </a:p>
          <a:p>
            <a:pPr marL="457200" indent="-457200">
              <a:buAutoNum type="arabicPeriod" startAt="2"/>
            </a:pPr>
            <a:r>
              <a:rPr lang="es-ES" dirty="0"/>
              <a:t>Almacenando la información en BD.</a:t>
            </a:r>
          </a:p>
          <a:p>
            <a:pPr marL="457200" indent="-457200">
              <a:buAutoNum type="arabicPeriod" startAt="2"/>
            </a:pPr>
            <a:r>
              <a:rPr lang="es-ES" dirty="0"/>
              <a:t> …y actualizar cada cierto tiempo.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983E8-AC81-40B5-A106-9A77F9200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37EE31-4B27-4BEE-8AAD-FFF556132DBC}" type="slidenum">
              <a:rPr lang="en-US" altLang="es-ES" smtClean="0"/>
              <a:pPr>
                <a:defRPr/>
              </a:pPr>
              <a:t>2</a:t>
            </a:fld>
            <a:endParaRPr lang="en-US" alt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85207B-EC23-4F81-B88F-AF617595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191" y="212616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5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3CF90-175C-45CC-AB73-177367B7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354" y="180975"/>
            <a:ext cx="7212623" cy="1143000"/>
          </a:xfrm>
        </p:spPr>
        <p:txBody>
          <a:bodyPr wrap="square" anchor="ctr">
            <a:normAutofit/>
          </a:bodyPr>
          <a:lstStyle/>
          <a:p>
            <a:r>
              <a:rPr lang="es-ES" dirty="0"/>
              <a:t>	DIAGRAMA UML DE CASOS DE USO</a:t>
            </a:r>
          </a:p>
        </p:txBody>
      </p:sp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6276EAD8-709F-43F4-8B97-13D5C52A2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245" y="1327028"/>
            <a:ext cx="5905849" cy="4768972"/>
          </a:xfrm>
          <a:noFill/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916EB3-CE99-4122-B3D8-86098E6D7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513027" y="6450013"/>
            <a:ext cx="1143000" cy="3048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0837EE31-4B27-4BEE-8AAD-FFF556132DBC}" type="slidenum">
              <a:rPr lang="en-US" altLang="es-ES" smtClean="0"/>
              <a:pPr>
                <a:spcAft>
                  <a:spcPts val="600"/>
                </a:spcAft>
                <a:defRPr/>
              </a:pPr>
              <a:t>3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299585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20DC8-FAAE-48B1-B271-053FE6A6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DIAGRAMA ENTIDAD - RELACIÓN</a:t>
            </a:r>
          </a:p>
        </p:txBody>
      </p:sp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1D55D9C4-C561-4AF5-AD6D-EBCBF9120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449"/>
            <a:ext cx="9144001" cy="4914262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4B161-3185-4A35-9837-63A450F7F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37EE31-4B27-4BEE-8AAD-FFF556132DBC}" type="slidenum">
              <a:rPr lang="en-US" altLang="es-ES" smtClean="0"/>
              <a:pPr>
                <a:defRPr/>
              </a:pPr>
              <a:t>4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04986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FA93E-AFA7-43D3-87FC-1DB6BD63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	TABLAS BD RELACIONAL</a:t>
            </a:r>
          </a:p>
        </p:txBody>
      </p:sp>
      <p:pic>
        <p:nvPicPr>
          <p:cNvPr id="6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D3290D0E-B97A-4511-A242-CFFF67A81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959" y="1198753"/>
            <a:ext cx="7295144" cy="4897247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2D470-9BF1-4595-925D-D34AEF2D6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37EE31-4B27-4BEE-8AAD-FFF556132DBC}" type="slidenum">
              <a:rPr lang="en-US" altLang="es-ES" smtClean="0"/>
              <a:pPr>
                <a:defRPr/>
              </a:pPr>
              <a:t>5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0418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005C4-790C-4268-8345-A55F107D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CREACIÓN DDL EN DB BROWSER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6AEA2C8-E5E4-43D6-9EF8-EC98DDAE7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01" y="1559818"/>
            <a:ext cx="8980093" cy="4145104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AD9E8F-2BD5-4913-8286-859125055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37EE31-4B27-4BEE-8AAD-FFF556132DBC}" type="slidenum">
              <a:rPr lang="en-US" altLang="es-ES" smtClean="0"/>
              <a:pPr>
                <a:defRPr/>
              </a:pPr>
              <a:t>6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967268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589E8-2833-440C-800F-76FD506A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			INTERFACES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A9E30BD-975D-40E6-9795-679B3C566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24" y="1056908"/>
            <a:ext cx="4442541" cy="2600691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E3B532-13DB-46BD-9A82-C993427B4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37EE31-4B27-4BEE-8AAD-FFF556132DBC}" type="slidenum">
              <a:rPr lang="en-US" altLang="es-ES" smtClean="0"/>
              <a:pPr>
                <a:defRPr/>
              </a:pPr>
              <a:t>7</a:t>
            </a:fld>
            <a:endParaRPr lang="en-US" alt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779E68E-271E-44C4-A87B-4CB9FC432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775" y="1056908"/>
            <a:ext cx="4488322" cy="26006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CD4ABCB-4B2E-43B2-A8E5-447274BE7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4" y="3749879"/>
            <a:ext cx="4442541" cy="213080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04DBCF7-D714-423F-B74B-F70D165E7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775" y="3749879"/>
            <a:ext cx="4488322" cy="213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66654"/>
      </p:ext>
    </p:extLst>
  </p:cSld>
  <p:clrMapOvr>
    <a:masterClrMapping/>
  </p:clrMapOvr>
</p:sld>
</file>

<file path=ppt/theme/theme1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05E286891213429B939B3EC087DB13" ma:contentTypeVersion="8" ma:contentTypeDescription="Crear nuevo documento." ma:contentTypeScope="" ma:versionID="36cf0c24617e1869123d5ac85982dc99">
  <xsd:schema xmlns:xsd="http://www.w3.org/2001/XMLSchema" xmlns:xs="http://www.w3.org/2001/XMLSchema" xmlns:p="http://schemas.microsoft.com/office/2006/metadata/properties" xmlns:ns2="6fb53cbc-8895-40da-99fa-39cf3cf76e8e" xmlns:ns3="854d742e-d80b-489a-83f4-18a166415bd3" targetNamespace="http://schemas.microsoft.com/office/2006/metadata/properties" ma:root="true" ma:fieldsID="90b1f914efcb96ee0f027e2da1414262" ns2:_="" ns3:_="">
    <xsd:import namespace="6fb53cbc-8895-40da-99fa-39cf3cf76e8e"/>
    <xsd:import namespace="854d742e-d80b-489a-83f4-18a166415b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b53cbc-8895-40da-99fa-39cf3cf76e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4d742e-d80b-489a-83f4-18a166415bd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2ECE50-D637-4D33-B8D9-4166E57D50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b53cbc-8895-40da-99fa-39cf3cf76e8e"/>
    <ds:schemaRef ds:uri="854d742e-d80b-489a-83f4-18a166415b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B8B8F8-A745-4297-A1F6-B8847F770B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9F7285-0B10-4A34-91B8-5DE8E7255F7C}">
  <ds:schemaRefs>
    <ds:schemaRef ds:uri="http://schemas.openxmlformats.org/package/2006/metadata/core-properties"/>
    <ds:schemaRef ds:uri="http://purl.org/dc/elements/1.1/"/>
    <ds:schemaRef ds:uri="854d742e-d80b-489a-83f4-18a166415bd3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6fb53cbc-8895-40da-99fa-39cf3cf76e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1165</TotalTime>
  <Words>109</Words>
  <Application>Microsoft Office PowerPoint</Application>
  <PresentationFormat>Presentación en pantalla (4:3)</PresentationFormat>
  <Paragraphs>26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</vt:lpstr>
      <vt:lpstr>3_Blank Presentation</vt:lpstr>
      <vt:lpstr>Presentación de PowerPoint</vt:lpstr>
      <vt:lpstr> PROBLEMÁTICA Y SOLUCIONES</vt:lpstr>
      <vt:lpstr> DIAGRAMA UML DE CASOS DE USO</vt:lpstr>
      <vt:lpstr> DIAGRAMA ENTIDAD - RELACIÓN</vt:lpstr>
      <vt:lpstr>  TABLAS BD RELACIONAL</vt:lpstr>
      <vt:lpstr> CREACIÓN DDL EN DB BROWSER</vt:lpstr>
      <vt:lpstr>   INTERFACES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Espinosa Rodriguez</dc:creator>
  <cp:lastModifiedBy>Juan Espinosa Rodriguez</cp:lastModifiedBy>
  <cp:revision>94</cp:revision>
  <cp:lastPrinted>2019-10-01T09:29:49Z</cp:lastPrinted>
  <dcterms:created xsi:type="dcterms:W3CDTF">2017-09-22T07:49:38Z</dcterms:created>
  <dcterms:modified xsi:type="dcterms:W3CDTF">2021-03-24T00:51:08Z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0x0101007205E286891213429B939B3EC087DB13</vt:lpwstr>
  </property>
</Properties>
</file>